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04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Welkom. Ons is Span 404 en vandag demonstreer ons die Pre-Alfa fase van ons Funksiebestuurstelsel. Die fokus is nie meer net die idee nie, maar wat reeds gebou is en hoe die kernfunksie werk.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</a:t>
            </a:r>
            <a:r>
              <a:rPr lang="en-US" dirty="0" err="1"/>
              <a:t>probleem</a:t>
            </a:r>
            <a:r>
              <a:rPr lang="en-US" dirty="0"/>
              <a:t> is steeds </a:t>
            </a:r>
            <a:r>
              <a:rPr lang="en-US" dirty="0" err="1"/>
              <a:t>handmatige</a:t>
            </a:r>
            <a:r>
              <a:rPr lang="en-US" dirty="0"/>
              <a:t> en verspreide funksiebestuur. Ons nou hoe die eerste digitale kernvloei gebou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Ons Pre-Alfa oplossing bewys die belangrikste tegniese risiko: dat Web, Mobile, API en databasis saam funksioneer.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kernfunksie is gekies omdat dit die hele stelsel verbind. Dit is die minimum bewys dat die oplossing tegnies kan werk.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wys ons spesifiek die tale en raamwerke soos die rubriek vra. Die AI en kennisgewings is deel van die groter plan, maar die Pre-Alfa fokus bly integrasie.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belangrike punt: die databasis word nie direk deur die frontends gebruik nie. Alles loop deur die WebAPI.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Hierdie is die demo-logika in een skyfie. Elke toetsgeval moet deur hierdie roete beweeg en ’n verwagte uitkoms wys.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Gebruik hierdie skyfie om net te verduidelik wat die webskerm doen. In die finale weergawe kan julle die wireframe met ’n regte screenshot vervang.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moet julle tydens die demo wys hoe die mobiele app dieselfde backend gebruik. Die skerm kan later met regte screenshots vervang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wys ons nie al die kode nie. Ons wys dat die API bestaan, gekoppel is en bruikbare response gee.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Hierdie skyfie moet julle Pre-Alfa databasis ontwerp verduidelik. As julle collection-name effens anders is, pas dit aan voor indiening.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Hierdie is waarskynlik die belangrikste demo-skyfie. Dit wys presies hoe die rubriek se drie scenario’s gedek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Wees eerlik oor wat Pre-Alfa is: ’n bewys van kernfunksionaliteit, nie die finale produk nie.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deur te sê dat julle nou oorgaan na die praktiese demonstrasie van die kernfunksie.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9436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Funksie­bestuurstelsel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30352" y="12252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</a:rPr>
              <a:t>Span 404· Pre-Alfa Demonstrasie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" y="16093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1DE"/>
                </a:solidFill>
              </a:rPr>
              <a:t>Mentor: Mej. Tina van Niekerk / Mev. Leah van Heerden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3840480" cy="3154680"/>
          </a:xfrm>
          <a:prstGeom prst="roundRect">
            <a:avLst>
              <a:gd name="adj" fmla="val 2319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4505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SPANLEDE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58952" y="2807208"/>
            <a:ext cx="3511296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Geandré du Preez ·  2023010746  ·  Spanleier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Zuandré Appelo  ·  2024110520  ·  Spanlid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Marcel Gous  ·  2023010882  ·  Spanlid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Renier Harmse  ·  2024050166  ·  Spanlid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2331720"/>
            <a:ext cx="6263640" cy="3154680"/>
          </a:xfrm>
          <a:prstGeom prst="roundRect">
            <a:avLst>
              <a:gd name="adj" fmla="val 2319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2450592"/>
            <a:ext cx="5934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AANBIEDINGFOKUS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56632" y="2807208"/>
            <a:ext cx="5934456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Probleem &amp; Pre-Alfa-doel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Kernfunksie wat gedemonstreer word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Web-, Mobiele-, API- en databasis-koppeling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Beste-, slegste- en alternatiewe scenario’s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Wat werk reeds en wat volg in Alfa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81160" y="658368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73152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1B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INHANDIGING: 15/05/2026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  <p:pic>
        <p:nvPicPr>
          <p:cNvPr id="1028" name="Picture 4" descr="A blue logo with black background&#10;&#10;AI-generated content may be incorrect.">
            <a:extLst>
              <a:ext uri="{FF2B5EF4-FFF2-40B4-BE49-F238E27FC236}">
                <a16:creationId xmlns:a16="http://schemas.microsoft.com/office/drawing/2014/main" id="{04156B33-E5DF-99B1-34D4-EA0489A01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569" y="594360"/>
            <a:ext cx="1768651" cy="103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/ DIE PROBLEEM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Akademia se funksiebeplanning is tans gefragmenteerd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5806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Funksies word grootliks handmatig beplan en bestuur.</a:t>
            </a:r>
            <a:endParaRPr lang="en-US" sz="13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soos gaste, RSVP’s, begroting, toerusting en toegang is nie in een vloei geïntegreer nie.</a:t>
            </a:r>
            <a:endParaRPr lang="en-US" sz="13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Handmatige prosesse verhoog die kans op foute en duplisering.</a:t>
            </a:r>
            <a:endParaRPr lang="en-US" sz="13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Daar is beperkte sentrale sigbaarheid oor funksie-status, bywoning en toegangbeheer.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23444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68312" y="135331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IMPAK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068312" y="1709928"/>
            <a:ext cx="41513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Tydverlies, minder beheer en data wat moeilik hergebruik kan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260604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8312" y="272491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PRE-ALFA REAKSIE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68312" y="3081528"/>
            <a:ext cx="41513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Bewys dat kern data deur Web, Mobile, API en databasis kan beweeg.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397764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409651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KERNVRAAG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68312" y="4453128"/>
            <a:ext cx="41513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 die stelsel reeds ’n funksie-/toegangsproses digitaal hanteer?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/ PRE-ALFA OPLOSSING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Een geïntegreerde vloei tussen Web, Mobile, API en databasis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411480" cy="4114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7467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WEB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08483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WEBTOEPASSING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392" y="2441448"/>
            <a:ext cx="29169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Admin/dosent bestuur basiese funksie-data en sien die kernskerm.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411480" cy="411480"/>
          </a:xfrm>
          <a:prstGeom prst="ellipse">
            <a:avLst/>
          </a:prstGeom>
          <a:solidFill>
            <a:srgbClr val="61C4D8"/>
          </a:solidFill>
          <a:ln w="12700">
            <a:solidFill>
              <a:srgbClr val="61C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57467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9659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08483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MOBIELE TOEP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53712" y="2441448"/>
            <a:ext cx="29169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Gebruiker/operateur gebruik die mobiele skerm vir QR/toegang of funksie-interaksie.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75320" y="1417320"/>
            <a:ext cx="411480" cy="411480"/>
          </a:xfrm>
          <a:prstGeom prst="ellipse">
            <a:avLst/>
          </a:prstGeom>
          <a:solidFill>
            <a:srgbClr val="5FB47B"/>
          </a:solidFill>
          <a:ln w="12700">
            <a:solidFill>
              <a:srgbClr val="5FB4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57467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92440" y="19659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208483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WEBAPI + DB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57032" y="2441448"/>
            <a:ext cx="29169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NestJS API hanteer validasie, skryf/lees data en koppel aan MongoDB.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92880" y="3429000"/>
            <a:ext cx="36766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" y="5349240"/>
            <a:ext cx="9966960" cy="576072"/>
          </a:xfrm>
          <a:prstGeom prst="roundRect">
            <a:avLst>
              <a:gd name="adj" fmla="val 12698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5468112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PRE-ALFA DOEL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70432" y="5676900"/>
            <a:ext cx="9637776" cy="1569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die volledige finale stelsel nie — slegs die eerste werkende kernfunksie wat die argitektuur </a:t>
            </a:r>
            <a:r>
              <a:rPr lang="en-US" sz="90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bewys</a:t>
            </a:r>
            <a:r>
              <a:rPr lang="en-US" sz="9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8925C8A8-5A15-3232-99CF-0393D7DB4BFD}"/>
              </a:ext>
            </a:extLst>
          </p:cNvPr>
          <p:cNvSpPr/>
          <p:nvPr/>
        </p:nvSpPr>
        <p:spPr>
          <a:xfrm>
            <a:off x="7688580" y="3429000"/>
            <a:ext cx="36766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/ KERNFUNKSIE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Basiese funksie-/toegangsvloei met QR en databasis-koppeling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533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WORD GEDEMONSTREER?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" y="1709928"/>
            <a:ext cx="332841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Gebruiker registreer of teken 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Basiese funksie-data word geskep of gelees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QR-kode word gegenereer of gevalideer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Web/Mobile roep dieselfde API aan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MongoDB word gebruik vir stoor en teruglees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063240" cy="3977640"/>
          </a:xfrm>
          <a:prstGeom prst="roundRect">
            <a:avLst>
              <a:gd name="adj" fmla="val 2388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35331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WAAROM HIERDIE FUNKSIE?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28032" y="1709928"/>
            <a:ext cx="273405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 raak die kern van die stelsel: gebruikers, funksies, toegang, data en integrasie. As hierdie vloei werk, kan die res van die modules daarop voortbou.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35331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SUKSES-KRITERIA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11312" y="1709928"/>
            <a:ext cx="309981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Skerms bestaan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API reageer korrek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Data word geskryf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Data word teruggelees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Foutgevalle word hanteer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/ TEGNOLOGIE-STAPEL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Tale en raamwerke vir elke deel van die stelsel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246120" cy="1627632"/>
          </a:xfrm>
          <a:prstGeom prst="roundRect">
            <a:avLst>
              <a:gd name="adj" fmla="val 4494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5331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WEB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" y="1709928"/>
            <a:ext cx="2916936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/ React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CSS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Dashboard-skerms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3246120" cy="1627632"/>
          </a:xfrm>
          <a:prstGeom prst="roundRect">
            <a:avLst>
              <a:gd name="adj" fmla="val 4494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35331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MOBIELE APP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53712" y="1709928"/>
            <a:ext cx="2916936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Native Expo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Scanner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Mobiele UI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092440" y="1234440"/>
            <a:ext cx="3246120" cy="1627632"/>
          </a:xfrm>
          <a:prstGeom prst="roundRect">
            <a:avLst>
              <a:gd name="adj" fmla="val 4494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35331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API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57032" y="1709928"/>
            <a:ext cx="2916936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NestJS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endpoints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/ RBAC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85800" y="3291840"/>
            <a:ext cx="3246120" cy="1627632"/>
          </a:xfrm>
          <a:prstGeom prst="roundRect">
            <a:avLst>
              <a:gd name="adj" fmla="val 4494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41071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DATABASIS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0392" y="3767328"/>
            <a:ext cx="2916936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Atlas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Mongoose ODM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Dokument-data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389120" y="3291840"/>
            <a:ext cx="3246120" cy="1627632"/>
          </a:xfrm>
          <a:prstGeom prst="roundRect">
            <a:avLst>
              <a:gd name="adj" fmla="val 4494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41071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KENNISGEWINGS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53712" y="3767328"/>
            <a:ext cx="2916936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E-pos / SMS / Push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Beplan vir later fases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kern van Pre-Alfa nie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092440" y="3291840"/>
            <a:ext cx="3246120" cy="1627632"/>
          </a:xfrm>
          <a:prstGeom prst="roundRect">
            <a:avLst>
              <a:gd name="adj" fmla="val 4494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7032" y="341071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 / ANALISE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57032" y="3767328"/>
            <a:ext cx="2916936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/ Python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TensorFlow / LSTM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Beplan vir Beta/Finaal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kern van Pre-Alfa nie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905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/ STELSELARGITEKTUUR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Hoëvlak-oorsig van die Pre-Alfa integrasie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54480"/>
            <a:ext cx="15453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/ Dosent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0360" y="1417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244A73"/>
          </a:solidFill>
          <a:ln w="12700">
            <a:solidFill>
              <a:srgbClr val="244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554480"/>
            <a:ext cx="15453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57800" y="2711908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5FB47B"/>
          </a:solidFill>
          <a:ln w="12700">
            <a:solidFill>
              <a:srgbClr val="5FB4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2392" y="2826208"/>
            <a:ext cx="15453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NestJS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26681" y="1629040"/>
            <a:ext cx="1709927" cy="545823"/>
          </a:xfrm>
          <a:prstGeom prst="roundRect">
            <a:avLst>
              <a:gd name="adj" fmla="val 7619"/>
            </a:avLst>
          </a:prstGeom>
          <a:solidFill>
            <a:srgbClr val="8C6EE8"/>
          </a:solidFill>
          <a:ln w="12700">
            <a:solidFill>
              <a:srgbClr val="8C6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1554480"/>
            <a:ext cx="15453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80360" y="39776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61C4D8"/>
          </a:solidFill>
          <a:ln w="12700">
            <a:solidFill>
              <a:srgbClr val="61C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4114800"/>
            <a:ext cx="15453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9776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114800"/>
            <a:ext cx="15453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/ Gebruiker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06040" y="1901952"/>
            <a:ext cx="25603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79594" y="1980389"/>
            <a:ext cx="576072" cy="731519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7129018" y="1901951"/>
            <a:ext cx="533654" cy="731517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06040" y="4462272"/>
            <a:ext cx="25603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4873752" y="3703320"/>
            <a:ext cx="576072" cy="75895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49612" y="4815028"/>
            <a:ext cx="2074876" cy="1463040"/>
          </a:xfrm>
          <a:prstGeom prst="roundRect">
            <a:avLst>
              <a:gd name="adj" fmla="val 50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29774" y="4996484"/>
            <a:ext cx="16813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ROL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29774" y="5340096"/>
            <a:ext cx="1681354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 data-verkeer loop deur die API sodat Web en Mobile dieselfde databron gebruik.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91478BCD-0200-713C-59F2-8365338B434E}"/>
              </a:ext>
            </a:extLst>
          </p:cNvPr>
          <p:cNvSpPr/>
          <p:nvPr/>
        </p:nvSpPr>
        <p:spPr>
          <a:xfrm>
            <a:off x="7714324" y="4198885"/>
            <a:ext cx="1709927" cy="545823"/>
          </a:xfrm>
          <a:prstGeom prst="roundRect">
            <a:avLst>
              <a:gd name="adj" fmla="val 7619"/>
            </a:avLst>
          </a:prstGeom>
          <a:solidFill>
            <a:srgbClr val="8C6EE8"/>
          </a:solidFill>
          <a:ln w="12700">
            <a:solidFill>
              <a:srgbClr val="8C6EE8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559616F5-4C8E-FB8A-D8F4-80229B7BA626}"/>
              </a:ext>
            </a:extLst>
          </p:cNvPr>
          <p:cNvSpPr/>
          <p:nvPr/>
        </p:nvSpPr>
        <p:spPr>
          <a:xfrm>
            <a:off x="7773650" y="4180580"/>
            <a:ext cx="1615985" cy="599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QR-</a:t>
            </a:r>
            <a:r>
              <a:rPr lang="en-US" sz="14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funksionaliteit</a:t>
            </a:r>
            <a:endParaRPr lang="en-US" sz="14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59E004E4-735C-4140-6130-9E7B95CB8B49}"/>
              </a:ext>
            </a:extLst>
          </p:cNvPr>
          <p:cNvSpPr/>
          <p:nvPr/>
        </p:nvSpPr>
        <p:spPr>
          <a:xfrm>
            <a:off x="7726680" y="2913963"/>
            <a:ext cx="1709927" cy="545823"/>
          </a:xfrm>
          <a:prstGeom prst="roundRect">
            <a:avLst>
              <a:gd name="adj" fmla="val 7619"/>
            </a:avLst>
          </a:prstGeom>
          <a:solidFill>
            <a:srgbClr val="8C6EE8"/>
          </a:solidFill>
          <a:ln w="12700">
            <a:solidFill>
              <a:srgbClr val="8C6EE8"/>
            </a:solidFill>
            <a:prstDash val="solid"/>
          </a:ln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46B2121C-9479-B4CE-34D4-BC708E2BB394}"/>
              </a:ext>
            </a:extLst>
          </p:cNvPr>
          <p:cNvSpPr/>
          <p:nvPr/>
        </p:nvSpPr>
        <p:spPr>
          <a:xfrm>
            <a:off x="7843483" y="2887230"/>
            <a:ext cx="1545336" cy="599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Kennisgewingdiens</a:t>
            </a:r>
            <a:endParaRPr lang="en-US" sz="1400" dirty="0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30BF9387-2323-0662-80FE-1963572C1F93}"/>
              </a:ext>
            </a:extLst>
          </p:cNvPr>
          <p:cNvSpPr/>
          <p:nvPr/>
        </p:nvSpPr>
        <p:spPr>
          <a:xfrm>
            <a:off x="7123176" y="3800043"/>
            <a:ext cx="556532" cy="662228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27FE228A-F7DD-A354-F0EB-21F41424A68A}"/>
              </a:ext>
            </a:extLst>
          </p:cNvPr>
          <p:cNvSpPr/>
          <p:nvPr/>
        </p:nvSpPr>
        <p:spPr>
          <a:xfrm>
            <a:off x="7223760" y="3224022"/>
            <a:ext cx="43891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/ KERNVLOEI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Van gebruikeraksie tot databasis-resultaat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44168" y="141732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4168" y="157467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1783080" cy="2057400"/>
          </a:xfrm>
          <a:prstGeom prst="roundRect">
            <a:avLst>
              <a:gd name="adj" fmla="val 4103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194560"/>
            <a:ext cx="145389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Gebruiker voer data in of skandeer QR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78024" y="3063240"/>
            <a:ext cx="42062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84448" y="141732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157467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057400"/>
            <a:ext cx="1783080" cy="2057400"/>
          </a:xfrm>
          <a:prstGeom prst="roundRect">
            <a:avLst>
              <a:gd name="adj" fmla="val 4103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194560"/>
            <a:ext cx="145389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Web/Mobile stuur request na 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18304" y="3063240"/>
            <a:ext cx="42062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24728" y="141732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4728" y="157467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2057400"/>
            <a:ext cx="1783080" cy="2057400"/>
          </a:xfrm>
          <a:prstGeom prst="roundRect">
            <a:avLst>
              <a:gd name="adj" fmla="val 4103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2194560"/>
            <a:ext cx="145389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valideer data en gebruikerrol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58584" y="3063240"/>
            <a:ext cx="42062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65008" y="141732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157467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2057400"/>
            <a:ext cx="1783080" cy="2057400"/>
          </a:xfrm>
          <a:prstGeom prst="roundRect">
            <a:avLst>
              <a:gd name="adj" fmla="val 4103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2194560"/>
            <a:ext cx="145389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lees/skryf na MongoDB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98864" y="3063240"/>
            <a:ext cx="42062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05288" y="141732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05288" y="157467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46920" y="2057400"/>
            <a:ext cx="1783080" cy="2057400"/>
          </a:xfrm>
          <a:prstGeom prst="roundRect">
            <a:avLst>
              <a:gd name="adj" fmla="val 4103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11512" y="2194560"/>
            <a:ext cx="145389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Resultaat word op skerm teruggewys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97280" y="4892040"/>
            <a:ext cx="9921240" cy="777240"/>
          </a:xfrm>
          <a:prstGeom prst="roundRect">
            <a:avLst>
              <a:gd name="adj" fmla="val 9412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1872" y="5010912"/>
            <a:ext cx="9592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DEMO-BEWYS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61872" y="5367528"/>
            <a:ext cx="959205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Tydens die demonstrasie moet ons wys dat dieselfde proses suksesvol werk vir normale, foutiewe en alternatiewe insette.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 / WEBTOEPASSING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Pre-Alfa webskerm vir funksie-/gebruikerbestuur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3840480" cy="4251960"/>
          </a:xfrm>
          <a:prstGeom prst="roundRect">
            <a:avLst>
              <a:gd name="adj" fmla="val 1905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075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WORD GEWYS?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" y="1664208"/>
            <a:ext cx="351129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Kernskerm</a:t>
            </a: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gebou</a:t>
            </a:r>
            <a:endParaRPr lang="en-US" sz="124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Gebruiker/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funksie</a:t>
            </a: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-data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</a:t>
            </a: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ingevoer</a:t>
            </a: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gelaai</a:t>
            </a: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word</a:t>
            </a:r>
            <a:endParaRPr lang="en-US" sz="124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Vormvalidasie</a:t>
            </a: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werk</a:t>
            </a:r>
            <a:endParaRPr lang="en-US" sz="124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API-response word op die skerm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hanteer</a:t>
            </a:r>
            <a:endParaRPr lang="en-US" sz="124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word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</a:t>
            </a: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net staties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vertoon</a:t>
            </a: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40" dirty="0" err="1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</a:t>
            </a:r>
            <a:endParaRPr lang="en-US" sz="124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D89BF0F-5FC7-2B69-5AAE-2EFFCC398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223" y="1188720"/>
            <a:ext cx="6891528" cy="43072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 / MOBIELE TOEPASSING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Pre-Alfa mobiele skerm vir QR/toegangsaksie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3840480" cy="4251960"/>
          </a:xfrm>
          <a:prstGeom prst="roundRect">
            <a:avLst>
              <a:gd name="adj" fmla="val 1905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075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WORD GEWYS?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" y="1664208"/>
            <a:ext cx="351129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Mobiele kernskerm is gebou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QR of funksie-aksie word uitgevoer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Mobile stuur request na dieselfde API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Geldige en ongeldig gevalle gee verskillende resultate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Gebruiker kry duidelike terugvoer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8275320" y="1828800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9476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 BEWYS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39912" y="2304288"/>
            <a:ext cx="2505456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mobiele app moet nie net ’n UI wees nie — dit moet ’n API-call maak en die terugvoer korrek vertoon.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915808-817D-9E5C-C979-F26C57AAB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91" t="1264" r="36006" b="1963"/>
          <a:stretch>
            <a:fillRect/>
          </a:stretch>
        </p:blipFill>
        <p:spPr>
          <a:xfrm>
            <a:off x="5534026" y="1107567"/>
            <a:ext cx="2216040" cy="46634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 / WEBAPI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Koppelpunt tussen Web, Mobile en MongoDB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533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VERANTWOORDELIKHEID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" y="1709928"/>
            <a:ext cx="33284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Ontvang requests vanaf Web en Mobile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Valideer insette en gebruikerstatus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Lees/skryf data na MongoDB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Stuur duidelike response terug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Hanteer foutgevalle konsekwent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2971800" cy="4251960"/>
          </a:xfrm>
          <a:prstGeom prst="roundRect">
            <a:avLst>
              <a:gd name="adj" fmla="val 2462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353312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VOORBEELD ENDPOINTS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3752" y="1709928"/>
            <a:ext cx="26426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/auth/register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/auth/login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/events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/events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/qr/generate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/qr/validate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23444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35331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DEMO-BEWYS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11312" y="1709928"/>
            <a:ext cx="291693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Wys een suksesvolle request, een foutiewe request en een alternatiewe geldige request.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voorkeur: Postman of browser dev tools + UI-resultaat.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/ DATABASIS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Pre-Alfa collections en data-integriteit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3619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" y="1892808"/>
            <a:ext cx="2093976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Gebruiker-ID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Naam / e-pos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 / status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53619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39312" y="1892808"/>
            <a:ext cx="2093976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Funksie-ID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Titel / datum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/ metadata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53619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RSVP / Attendance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8232" y="1892808"/>
            <a:ext cx="2093976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Bywoner-data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RSVP-status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Toegangsstatus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141732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536192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QR Codes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17152" y="1892808"/>
            <a:ext cx="2093976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QR-token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Funksie-koppeling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Geldig/ongeldig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43000" y="4617720"/>
            <a:ext cx="9829800" cy="822960"/>
          </a:xfrm>
          <a:prstGeom prst="roundRect">
            <a:avLst>
              <a:gd name="adj" fmla="val 8889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7592" y="4736592"/>
            <a:ext cx="9500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DATABASIS-BEWYS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07592" y="5093208"/>
            <a:ext cx="95006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belangrikste is om tydens die demo te wys dat data regtig in MongoDB geskryf word en daarna weer deur die API teruggelees word.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/ DEMO-SCENARIO’S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Beste, slegste en alternatiewe geval vir die kernfunksie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5FB47B"/>
          </a:solidFill>
          <a:ln w="12700">
            <a:solidFill>
              <a:srgbClr val="5FB4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6420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BESTE GEVAL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23444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3533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INSET / AKSIE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36392" y="1709928"/>
            <a:ext cx="3328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Geldige gebruiker voer geldige data in / geldige QR word gebruik.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995160" y="123444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13533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VERWAGTE RESULTAAT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59752" y="1709928"/>
            <a:ext cx="38313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aanvaar request, data word gestoor/gelees en suksesboodskap wys.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85800" y="274320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7296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SLEGSTE GEVAL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27432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286207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INSET / AKSIE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36392" y="3218688"/>
            <a:ext cx="3328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Vereiste velde ontbreek, verkeerde login of ongeldig QR-token.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995160" y="274320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286207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VERWAGTE RESULTAAT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59752" y="3218688"/>
            <a:ext cx="38313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weier request met duidelike foutboodskap; geen verkeerde data word gestoor nie.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85800" y="4251960"/>
            <a:ext cx="2057400" cy="1143000"/>
          </a:xfrm>
          <a:prstGeom prst="roundRect">
            <a:avLst>
              <a:gd name="adj" fmla="val 4800"/>
            </a:avLst>
          </a:prstGeom>
          <a:solidFill>
            <a:srgbClr val="61C4D8"/>
          </a:solidFill>
          <a:ln w="12700">
            <a:solidFill>
              <a:srgbClr val="61C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681728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ALTERNATIEF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71800" y="42519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36392" y="437083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INSET / AKSIE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136392" y="4727448"/>
            <a:ext cx="3328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Bestaande gebruiker/funksie word gevind of ander geldige status word hanteer.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995160" y="425196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437083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VERWAGTE RESULTAAT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59752" y="4727448"/>
            <a:ext cx="38313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Stelsel wys toepaslike status en hanteer die pad sonder crash of verkeerde data.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/ PRE-ALFA STATUS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 werk reeds en wat skuif na volgende fases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5331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PRE-ALFA DEMONSTREERBAAR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" y="1709928"/>
            <a:ext cx="474573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Basiese gebruiker/register/login-vloei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Webskerm vir kernfunksie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Mobiele skerm vir QR/toegangsaksie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NestJS API verbind frontends met databasis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MongoDB collections bestaan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Beste/slegste/alternatiewe scenario’s kan getoets word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35331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VOLGENDE FASES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36792" y="1709928"/>
            <a:ext cx="474573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Alfa: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Vollediger RSVP en dashboard-funksies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Meer volledige QR-skandeerdervloei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Beta/Finaal: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Toerusting-module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Kennisgewings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CSV-uitvoer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KI-voorspellings en analise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200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/ OPSOMMING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6583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Pre-Alfa bewys dat die kernargitektuur werk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765" y="148323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1298448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90472" y="141732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Probleem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90472" y="1773936"/>
            <a:ext cx="25511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Handmatige funksiebestuur benodig ’n geïntegreerde digitale oplossing.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4507992" y="132588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517" y="148323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56632" y="1298448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41732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Kernfunksie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21224" y="1773936"/>
            <a:ext cx="25511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Gebruiker/funksie/QR-vloei word as Pre-Alfa bewys gedemonstreer.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8238744" y="132588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8269" y="148323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87384" y="1298448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51976" y="141732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Integrasie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51976" y="1773936"/>
            <a:ext cx="25511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en Mobile gebruik dieselfde WebAPI en databasis.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777240" y="333756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765" y="349491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25880" y="3310128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0472" y="342900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Scenario’s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90472" y="3785616"/>
            <a:ext cx="25511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Beste, slegste en alternatiewe gevalle word getoets.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507992" y="3337560"/>
            <a:ext cx="411480" cy="411480"/>
          </a:xfrm>
          <a:prstGeom prst="ellipse">
            <a:avLst/>
          </a:prstGeom>
          <a:solidFill>
            <a:srgbClr val="0070C0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517" y="3494913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B2D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56632" y="3310128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16243A"/>
          </a:solidFill>
          <a:ln w="12700">
            <a:solidFill>
              <a:srgbClr val="2B3C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1224" y="342900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Volgende stap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21224" y="3785616"/>
            <a:ext cx="25511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Uitbreiding na volledige Alfa-funksies en verdere modules.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4251960" y="562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C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Vrae?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38912" y="6510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91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404 Sluitsteen span · DA6 Pre-Alfa · 2026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38912" y="6382512"/>
            <a:ext cx="11247120" cy="0"/>
          </a:xfrm>
          <a:prstGeom prst="line">
            <a:avLst/>
          </a:prstGeom>
          <a:noFill/>
          <a:ln w="12700">
            <a:solidFill>
              <a:srgbClr val="2B3C55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1537</Words>
  <Application>Microsoft Office PowerPoint</Application>
  <PresentationFormat>Widescreen</PresentationFormat>
  <Paragraphs>270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Akademia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Funksiebestuurstelsel - DA6 Pre-Alfa Demonstrasie</dc:title>
  <dc:subject>DA6 Pre-Alfa Demonstrasie</dc:subject>
  <dc:creator>Span 404</dc:creator>
  <cp:lastModifiedBy>Zuandré Appelo</cp:lastModifiedBy>
  <cp:revision>2</cp:revision>
  <dcterms:created xsi:type="dcterms:W3CDTF">2026-05-09T13:52:41Z</dcterms:created>
  <dcterms:modified xsi:type="dcterms:W3CDTF">2026-05-09T15:14:34Z</dcterms:modified>
</cp:coreProperties>
</file>